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4AA40-3598-5A2C-EBA1-998722845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B7061-DB5E-82AB-4B7F-98F44FD8C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E5A43-E47B-C392-C7E3-A351220D6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85A95-7106-92AB-04F0-8767AFE35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C3A4F-80E4-5A22-B6F9-A5BFF667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04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CBFF-51AB-71E4-1C35-666875248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4FDC9-8213-6B7C-6844-1B40A5DE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3ECFC-2D35-7335-194E-C88B008AB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77177-62C2-40AB-8B68-C1C6AE400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B656B-D20F-D049-5BB6-C046CFA6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21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9F24-3E28-C0E0-4CFC-3DFBA7FD2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22D3-569B-E868-2C8A-85A659E70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66377-59A1-7E40-B8E2-4F62EC07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A37CF-2DBF-AD49-FC87-3373C4A38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24CEF-2477-3CB4-1C3F-91F75D49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84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05CE-52F3-656D-5F1B-2C307AEE1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64B61-4287-8762-5778-65747ED07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BF2FD-9E40-4789-461F-AC28B9377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54C81-3FCB-5B21-CB74-8ED9F297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846A9-C7E7-49F0-0317-F1A1834D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EC080-1FCF-6352-45FB-140E6D9A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6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DAB1-9085-B2D8-7720-030DD6BB0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A2EDA-226F-5493-C92A-9BAE59150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B4059-99EA-2C9E-3B26-E105FD22F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74FD63-1CF2-121F-0F7C-911A5A304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04C083-A757-063A-676E-5139E66C2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C82DC-BBC1-FBF6-1539-E07E9913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B9062D-473D-8946-37E1-A54A9CB1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0E3F6-97A3-DDA1-3313-5CCBEE33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D919-4C56-F999-9EAD-863508A4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BBE3E-BC85-662E-73AB-AA870DB1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A1E99-BE46-E44B-7094-F707CF9A3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A205-5EE5-A31B-D10C-ECEF70EE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48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807FB-B1E1-8362-0301-2F3A282E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FF6BF-72CB-E20B-3F45-88047105C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82BC4-4D58-3BA1-75CA-305023C5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68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A9C9-D487-5B6E-CAA8-70BC4B5E0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5484-2575-8831-1AA2-1A000251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5187A-B852-0965-666D-CFDB09670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790F6-6D67-AC19-F9C3-D7F74020A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B71E2-666B-ECCD-2626-8053F5AD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B776C-8220-BF4B-DAAD-9C7481DF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02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BBF1-30CA-6515-BAE6-00CE0BA30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7A84B-FB62-7234-A37D-7C7A98AC36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501BD-BAD7-6ED5-8136-A7D5C40D9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46B0A-1D42-E539-580A-423227CE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DCADB-DF87-52A4-5054-B5459DF3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769BF-FBE9-BB78-3073-73B74019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66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6AD0-C30D-1585-30C0-F60C4431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ABDB0-AA9F-6B56-6BE9-405A57B3C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A0612-EA4F-95D3-4F3C-846465FFF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84148-C452-9ABE-4298-A658F029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241A7-0696-C74A-800E-6A152630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79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AA3DE-10A7-D313-E8AC-D5AD7EBDD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29196-8653-874F-DC45-60D3E79F4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8BD52-E19B-196D-145D-27A07325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0586A-F686-4962-0EB8-9EFF474E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EC03-6BDA-8640-188B-76C5983C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259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7D20A-9192-EB3F-8B5D-0E05ABB04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B827A-9354-54FE-9D0E-C802309AA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F4A48-8631-D7DE-7316-1DA5F0DA1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DFB8B-C446-4460-998F-ED497D67F967}" type="datetimeFigureOut">
              <a:rPr lang="en-IN" smtClean="0"/>
              <a:t>22-03-2025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6B600-4CBF-F78E-D23B-AA0D00D2C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9B8B7-6E92-5D65-F87C-43310A015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94C15-8A55-4276-AC7E-47650638A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9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3D1A-78F2-6DBD-83F1-8E50B9ECD9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D2BAE9-D5BF-91D8-CF46-BA68570331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4E3C9E-FAAE-D115-25BE-C4584247A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913" y="0"/>
            <a:ext cx="4702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531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Khandelwal</dc:creator>
  <cp:lastModifiedBy>Abhishek Khandelwal</cp:lastModifiedBy>
  <cp:revision>1</cp:revision>
  <dcterms:created xsi:type="dcterms:W3CDTF">2025-03-22T10:00:21Z</dcterms:created>
  <dcterms:modified xsi:type="dcterms:W3CDTF">2025-03-22T10:00:25Z</dcterms:modified>
</cp:coreProperties>
</file>